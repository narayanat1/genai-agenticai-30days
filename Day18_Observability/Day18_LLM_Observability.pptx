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18 – LLM Observability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Cost &amp; Latency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Observability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latency, tokens, and cost to control production AI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Latency, token usage, and API cost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