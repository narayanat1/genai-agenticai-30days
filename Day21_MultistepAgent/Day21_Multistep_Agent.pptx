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Day 21 – Multi‑Step AI Agent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Planner → Tool → Result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Planner Phase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Planner analyzes prompt and selects appropriate tool.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 Execution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Calculator or search tool executes task.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