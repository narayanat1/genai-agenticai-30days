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Inter"/>
      <p:regular r:id="rId11"/>
    </p:embeddedFon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Manrope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3598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9 — Multi‑Agent Collaboration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93701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 Buyer/Seller Chat • CloudByteHub.ai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3678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Building intelligent agents that negotiate, collaborate, and reach agreements autonomously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76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Concept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00018"/>
            <a:ext cx="4196358" cy="2410897"/>
          </a:xfrm>
          <a:prstGeom prst="roundRect">
            <a:avLst>
              <a:gd name="adj" fmla="val 846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Agent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72487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Has a specific budget constraint and seeks the best deal within their financial limits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00018"/>
            <a:ext cx="4196358" cy="2410897"/>
          </a:xfrm>
          <a:prstGeom prst="roundRect">
            <a:avLst>
              <a:gd name="adj" fmla="val 846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Agent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72487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Maintains a minimum acceptable price floor while maximizing profit margins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00018"/>
            <a:ext cx="4196358" cy="2410897"/>
          </a:xfrm>
          <a:prstGeom prst="roundRect">
            <a:avLst>
              <a:gd name="adj" fmla="val 846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Mediator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724870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Routes messages between agents, enforces rules, and determines when deals close or negotiations timeout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660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demo runs completely offline with no external API dependencies, making it perfect for controlled testing and development environments.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4237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Negotiation Flow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576632"/>
            <a:ext cx="793790" cy="9526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2690" y="273534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Offer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7232690" y="3078599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Buyer states desired quantity and target price based on budget constraints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529251"/>
            <a:ext cx="793790" cy="9526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32690" y="368796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 Proposal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7232690" y="4031218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Seller responds with list price and reveals minimum acceptable threshold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481870"/>
            <a:ext cx="793790" cy="9526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32690" y="464058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Negotiation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7232690" y="4983837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agents exchange counteroffers, adjusting prices and terms dynamically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434489"/>
            <a:ext cx="793790" cy="95261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232690" y="559319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7232690" y="5936456"/>
            <a:ext cx="66039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 ends with mutual agreement on terms or timeout after maximum turns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8553"/>
            <a:ext cx="741985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 for Developers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82153"/>
            <a:ext cx="3674507" cy="20414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71780" y="1982153"/>
            <a:ext cx="459224" cy="459224"/>
          </a:xfrm>
          <a:prstGeom prst="roundRect">
            <a:avLst>
              <a:gd name="adj" fmla="val 4000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35077" y="205228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Simple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35077" y="2575203"/>
            <a:ext cx="560915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Multi-agent systems don't require complexity—begin with clear roles, defined goals, and basic interaction rules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71780" y="3636883"/>
            <a:ext cx="459224" cy="459224"/>
          </a:xfrm>
          <a:prstGeom prst="roundRect">
            <a:avLst>
              <a:gd name="adj" fmla="val 4000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35077" y="370701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Control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35077" y="4229933"/>
            <a:ext cx="560915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mediator component ensures system control, provides complete traceability through conversation transcripts, and prevents runaway interactions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71780" y="5618321"/>
            <a:ext cx="459224" cy="459224"/>
          </a:xfrm>
          <a:prstGeom prst="roundRect">
            <a:avLst>
              <a:gd name="adj" fmla="val 4000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35077" y="56884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for Growth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35077" y="6211372"/>
            <a:ext cx="560915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Future extensions can include external tools like search APIs, calculators, or data validation services in upcoming development days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2025-09-22T09:17:32Z</dcterms:created>
  <dcterms:modified xsi:type="dcterms:W3CDTF">2025-09-22T09:17:32Z</dcterms:modified>
</cp:coreProperties>
</file>