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9 — Multi‑Agent Collaboration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Toy Buyer/Seller Chat • CloudByteHub.ai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Two agents with goals: Buyer (budget) &amp; Seller (floor price)</a:t>
            </a:r>
          </a:p>
          <a:p>
            <a:r>
              <a:t>Mediator routes messages &amp; stops on deal or turn limit</a:t>
            </a:r>
          </a:p>
          <a:p>
            <a:r>
              <a:t>Safe, offline demo — no external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Buyer: quantity &amp; target price</a:t>
            </a:r>
          </a:p>
          <a:p>
            <a:r>
              <a:t>Seller: list price &amp; minimum price</a:t>
            </a:r>
          </a:p>
          <a:p>
            <a:r>
              <a:t>Negotiate → counteroffers → agreement or timeout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Multi‑agent ≠ complicated — start with roles &amp; rules</a:t>
            </a:r>
          </a:p>
          <a:p>
            <a:r>
              <a:t>Mediator keeps control &amp; traceability (transcript)</a:t>
            </a:r>
          </a:p>
          <a:p>
            <a:r>
              <a:t>Extend with tools (search, calculator) in later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