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28 – AI Workflow Orchestration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Multi-step pipelines with retries &amp;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→ Retrieve → Generate → Validate → Retry/Fallback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failures, improves reliability, supports complex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Chatbots, RAG systems, AI agents, automation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