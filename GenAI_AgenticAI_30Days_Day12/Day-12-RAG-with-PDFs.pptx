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12 – RAG with PDFs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Retrieval-Augmented Generation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Retrieval-Augmented Generation (RAG) combines retrievers and generators.</a:t>
            </a:r>
          </a:p>
          <a:p>
            <a:r>
              <a:t>• Helps ground LLMs in external knowledge (e.g., PDFs).</a:t>
            </a:r>
          </a:p>
          <a:p>
            <a:r>
              <a:t>• Useful for semantic search, Q&amp;A, and document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PDF (sample.pdf)</a:t>
            </a:r>
          </a:p>
          <a:p>
            <a:r>
              <a:t>2. Split text into chunks</a:t>
            </a:r>
          </a:p>
          <a:p>
            <a:r>
              <a:t>3. Create toy embeddings</a:t>
            </a:r>
          </a:p>
          <a:p>
            <a:r>
              <a:t>4. Store in index</a:t>
            </a:r>
          </a:p>
          <a:p>
            <a:r>
              <a:t>5. Query → Retrieve chunks →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