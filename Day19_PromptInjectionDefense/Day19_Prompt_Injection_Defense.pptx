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19 – Prompt Injection Defense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Simulating attacks and building defenses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attempt to override system instructions to reveal hidden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suspicious patterns and block requests before model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