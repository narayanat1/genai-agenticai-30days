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16 – Hallucination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Detecting ungrounded LLM responses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Hallucination?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generates incorrect facts or information not present in source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Detection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context tokens vs generated answer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