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13 — Chunking Strategies &amp;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Fixed • Sliding • Semantic |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Chunking?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Split long docs into meaningful pieces</a:t>
            </a:r>
          </a:p>
          <a:p>
            <a:r>
              <a:t>- Preserve context for retrieval</a:t>
            </a:r>
          </a:p>
          <a:p>
            <a:r>
              <a:t>- Balance size vs relevance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Fixed-size windows</a:t>
            </a:r>
          </a:p>
          <a:p>
            <a:r>
              <a:t>2) Sliding windows (overlap)</a:t>
            </a:r>
          </a:p>
          <a:p>
            <a:r>
              <a:t>3) Semantic (paragraphs/headings)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(Toy)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Hash embeddings + cosine</a:t>
            </a:r>
          </a:p>
          <a:p>
            <a:r>
              <a:t>- Compare top‑k per strategy</a:t>
            </a:r>
          </a:p>
          <a:p>
            <a:r>
              <a:t>- Watch fragmentation vs dilution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