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23 – Streaming LLM Responses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token output used in ChatGPT-style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Streaming?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send tokens gradually instead of waiting for the full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Prompt → Token Generation → Stream Tokens →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