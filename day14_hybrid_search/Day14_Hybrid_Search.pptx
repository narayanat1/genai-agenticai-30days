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Day 14 — Hybrid Search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Keyword + Vector • CloudByteHub.ai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Hybrid?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Keywords = exact matches</a:t>
            </a:r>
          </a:p>
          <a:p>
            <a:r>
              <a:t>- Vectors = semantic matches</a:t>
            </a:r>
          </a:p>
          <a:p>
            <a:r>
              <a:t>- Combine for better recall &amp; precision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