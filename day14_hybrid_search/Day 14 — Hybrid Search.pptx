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514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12664"/>
            <a:ext cx="13267944" cy="27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59552"/>
            <a:ext cx="393192" cy="5486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70432" y="5559552"/>
            <a:ext cx="254203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1920" dirty="0">
                <a:solidFill>
                  <a:srgbClr val="292D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devopspro srt</a:t>
            </a:r>
            <a:endParaRPr lang="en-US" sz="1920" dirty="0"/>
          </a:p>
        </p:txBody>
      </p:sp>
      <p:sp>
        <p:nvSpPr>
          <p:cNvPr id="7" name="Text 1"/>
          <p:cNvSpPr/>
          <p:nvPr/>
        </p:nvSpPr>
        <p:spPr>
          <a:xfrm>
            <a:off x="1170432" y="5897880"/>
            <a:ext cx="254203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292D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Created with Pi</a:t>
            </a:r>
            <a:endParaRPr lang="en-US" sz="1150" dirty="0"/>
          </a:p>
        </p:txBody>
      </p:sp>
      <p:sp>
        <p:nvSpPr>
          <p:cNvPr id="8" name="Text 2"/>
          <p:cNvSpPr/>
          <p:nvPr/>
        </p:nvSpPr>
        <p:spPr>
          <a:xfrm>
            <a:off x="685800" y="4251960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620"/>
              </a:lnSpc>
              <a:buNone/>
            </a:pPr>
            <a:r>
              <a:rPr lang="en-US" sz="5290" dirty="0">
                <a:solidFill>
                  <a:srgbClr val="00687C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Day 14 — Hybrid Search</a:t>
            </a:r>
            <a:endParaRPr lang="en-US" sz="52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49040"/>
            <a:ext cx="8266176" cy="7863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754880"/>
            <a:ext cx="8266176" cy="78638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760720"/>
            <a:ext cx="8266176" cy="78638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941064"/>
            <a:ext cx="7287768" cy="39319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4946904"/>
            <a:ext cx="7287768" cy="39319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" y="5952744"/>
            <a:ext cx="7287768" cy="39319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3931920"/>
            <a:ext cx="420624" cy="42062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4937760"/>
            <a:ext cx="420624" cy="42062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5943600"/>
            <a:ext cx="420624" cy="42062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85800" y="1463040"/>
            <a:ext cx="8293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40" dirty="0">
                <a:solidFill>
                  <a:srgbClr val="00687C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1. Keyword + Vector • CloudByteHub.ai</a:t>
            </a:r>
            <a:endParaRPr lang="en-US" sz="3840" dirty="0"/>
          </a:p>
        </p:txBody>
      </p:sp>
      <p:sp>
        <p:nvSpPr>
          <p:cNvPr id="14" name="Text 1"/>
          <p:cNvSpPr/>
          <p:nvPr/>
        </p:nvSpPr>
        <p:spPr>
          <a:xfrm>
            <a:off x="685800" y="290779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40" dirty="0">
                <a:solidFill>
                  <a:srgbClr val="00687C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Why Hybrid?</a:t>
            </a:r>
            <a:endParaRPr lang="en-US" sz="3840" dirty="0"/>
          </a:p>
        </p:txBody>
      </p:sp>
      <p:sp>
        <p:nvSpPr>
          <p:cNvPr id="15" name="Text 2"/>
          <p:cNvSpPr/>
          <p:nvPr/>
        </p:nvSpPr>
        <p:spPr>
          <a:xfrm>
            <a:off x="1024128" y="3959352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20" dirty="0">
                <a:solidFill>
                  <a:srgbClr val="3D3D3D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920" dirty="0"/>
          </a:p>
        </p:txBody>
      </p:sp>
      <p:sp>
        <p:nvSpPr>
          <p:cNvPr id="16" name="Text 3"/>
          <p:cNvSpPr/>
          <p:nvPr/>
        </p:nvSpPr>
        <p:spPr>
          <a:xfrm>
            <a:off x="1481328" y="3941064"/>
            <a:ext cx="728776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30" dirty="0">
                <a:solidFill>
                  <a:srgbClr val="292D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Keywords: exact matches.</a:t>
            </a:r>
            <a:endParaRPr lang="en-US" sz="1530" dirty="0"/>
          </a:p>
        </p:txBody>
      </p:sp>
      <p:sp>
        <p:nvSpPr>
          <p:cNvPr id="17" name="Text 4"/>
          <p:cNvSpPr/>
          <p:nvPr/>
        </p:nvSpPr>
        <p:spPr>
          <a:xfrm>
            <a:off x="1024128" y="4965192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20" dirty="0">
                <a:solidFill>
                  <a:srgbClr val="3D3D3D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920" dirty="0"/>
          </a:p>
        </p:txBody>
      </p:sp>
      <p:sp>
        <p:nvSpPr>
          <p:cNvPr id="18" name="Text 5"/>
          <p:cNvSpPr/>
          <p:nvPr/>
        </p:nvSpPr>
        <p:spPr>
          <a:xfrm>
            <a:off x="1481328" y="4946904"/>
            <a:ext cx="728776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30" dirty="0">
                <a:solidFill>
                  <a:srgbClr val="292D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Vectors: semantic matches.</a:t>
            </a:r>
            <a:endParaRPr lang="en-US" sz="1530" dirty="0"/>
          </a:p>
        </p:txBody>
      </p:sp>
      <p:sp>
        <p:nvSpPr>
          <p:cNvPr id="19" name="Text 6"/>
          <p:cNvSpPr/>
          <p:nvPr/>
        </p:nvSpPr>
        <p:spPr>
          <a:xfrm>
            <a:off x="1024128" y="5971032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20" dirty="0">
                <a:solidFill>
                  <a:srgbClr val="3D3D3D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920" dirty="0"/>
          </a:p>
        </p:txBody>
      </p:sp>
      <p:sp>
        <p:nvSpPr>
          <p:cNvPr id="20" name="Text 7"/>
          <p:cNvSpPr/>
          <p:nvPr/>
        </p:nvSpPr>
        <p:spPr>
          <a:xfrm>
            <a:off x="1481328" y="5952744"/>
            <a:ext cx="728776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30" dirty="0">
                <a:solidFill>
                  <a:srgbClr val="292D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Combine for better recall &amp; precision.</a:t>
            </a:r>
            <a:endParaRPr lang="en-US" sz="15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593592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620"/>
              </a:lnSpc>
              <a:buNone/>
            </a:pPr>
            <a:r>
              <a:rPr lang="en-US" sz="5290" dirty="0">
                <a:solidFill>
                  <a:srgbClr val="00687C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Thank You</a:t>
            </a:r>
            <a:endParaRPr lang="en-US" sz="52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2025-10-12T08:12:53Z</dcterms:created>
  <dcterms:modified xsi:type="dcterms:W3CDTF">2025-10-12T08:12:53Z</dcterms:modified>
</cp:coreProperties>
</file>