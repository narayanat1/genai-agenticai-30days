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27 – AI Tool Registry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 tool selection in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dynamically choose tools using a registry instead of hardcoding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