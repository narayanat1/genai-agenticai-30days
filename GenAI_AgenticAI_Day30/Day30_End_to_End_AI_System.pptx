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30 – End-to-End AI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+ Agents + Guardrails + Monitoring</a:t>
            </a:r>
          </a:p>
          <a:p>
            <a:r>
              <a:t>T S Narayana Reddy | CloudByteHub.ai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Guardrails → Agent → RAG →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Guardrails, Agent, RAG,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→ Retrieve → Generate →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Production-ready AI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