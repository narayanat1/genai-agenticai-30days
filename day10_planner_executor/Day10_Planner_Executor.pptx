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10 — Planner/Executor Pattern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Split the work: Plan → Execute | CloudByteHub.ai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Planner: decomposes high-level goals</a:t>
            </a:r>
          </a:p>
          <a:p>
            <a:r>
              <a:t>- Executor: performs each step</a:t>
            </a:r>
          </a:p>
          <a:p>
            <a:r>
              <a:t>- Supervisor: records transcript &amp; completion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Toy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Task: Plan a weekend trip</a:t>
            </a:r>
          </a:p>
          <a:p>
            <a:r>
              <a:t>Planner → checklist</a:t>
            </a:r>
          </a:p>
          <a:p>
            <a:r>
              <a:t>Executor → marks each step done</a:t>
            </a:r>
          </a:p>
          <a:p>
            <a:r>
              <a:t>Supervisor → declares completion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Keep plans explicit and ordered</a:t>
            </a:r>
          </a:p>
          <a:p>
            <a:r>
              <a:t>- Make steps idempotent when possible</a:t>
            </a:r>
          </a:p>
          <a:p>
            <a:r>
              <a:t>- Log progress &amp; outcomes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