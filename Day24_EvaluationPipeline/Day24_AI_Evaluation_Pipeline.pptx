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24 – AI Evaluation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testing for LLM outputs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Evaluation Pipelines?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 AI systems need repeatable tests to measure output quality and detect regressions.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→ Model Output → Compare with Expected Criteria → Score → Pass/Fail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Consistency, regression testing, faster validation, safer AI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