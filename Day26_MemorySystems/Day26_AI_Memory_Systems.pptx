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26 – AI Memory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Short‑Term vs Long‑Term Memory in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Short‑Term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conversation context and recent interactions.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Long‑Term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Persistent storage using vector databases or knowledge stores.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Memory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Enables context awareness, personalization, and multi‑step reasoning.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