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Day 29 – Guardrails + Monitoring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9935" y="3886200"/>
            <a:ext cx="7820166" cy="1752600"/>
          </a:xfrm>
        </p:spPr>
        <p:txBody>
          <a:bodyPr/>
          <a:lstStyle/>
          <a:p>
            <a:r>
              <a:rPr lang="en-US" dirty="0" smtClean="0"/>
              <a:t>          </a:t>
            </a:r>
            <a:r>
              <a:rPr dirty="0" smtClean="0"/>
              <a:t>End-to-End </a:t>
            </a:r>
            <a:r>
              <a:rPr dirty="0"/>
              <a:t>AI </a:t>
            </a:r>
            <a:r>
              <a:rPr dirty="0" smtClean="0"/>
              <a:t>Safety</a:t>
            </a:r>
            <a:r>
              <a:rPr lang="en-US" dirty="0"/>
              <a:t>             </a:t>
            </a:r>
            <a:r>
              <a:rPr lang="en-US" dirty="0" smtClean="0"/>
              <a:t>                      T </a:t>
            </a:r>
            <a:r>
              <a:rPr lang="en-US" dirty="0"/>
              <a:t>S Narayana Reddy | CloudByteHub.ai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Guardrails?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</a:t>
            </a:r>
            <a:r>
              <a:rPr lang="en-US" dirty="0" smtClean="0"/>
              <a:t>Guardrails </a:t>
            </a:r>
            <a:r>
              <a:rPr lang="en-US" dirty="0"/>
              <a:t>ensure safe AI behavior: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Input validation (block unsafe prompts)</a:t>
            </a:r>
          </a:p>
          <a:p>
            <a:pPr marL="0" indent="0">
              <a:buNone/>
            </a:pPr>
            <a:r>
              <a:rPr lang="en-US" dirty="0"/>
              <a:t>• Output filtering (safe responses)</a:t>
            </a:r>
          </a:p>
          <a:p>
            <a:pPr marL="0" indent="0">
              <a:buNone/>
            </a:pPr>
            <a:r>
              <a:rPr lang="en-US" dirty="0"/>
              <a:t>• Policy </a:t>
            </a:r>
            <a:r>
              <a:rPr lang="en-US" dirty="0" smtClean="0"/>
              <a:t>enforcement</a:t>
            </a:r>
          </a:p>
          <a:p>
            <a:pPr marL="0" indent="0">
              <a:buNone/>
            </a:pPr>
            <a:r>
              <a:rPr lang="en-US" dirty="0"/>
              <a:t>Goal:</a:t>
            </a:r>
          </a:p>
          <a:p>
            <a:pPr marL="0" indent="0">
              <a:buNone/>
            </a:pPr>
            <a:r>
              <a:rPr lang="en-US" dirty="0"/>
              <a:t>Prevent misuse and ensure responsible AI usage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5802997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© All rights reserved </a:t>
            </a:r>
            <a:r>
              <a:rPr lang="en-US" dirty="0" smtClean="0"/>
              <a:t>|</a:t>
            </a:r>
            <a:r>
              <a:rPr lang="en-US" dirty="0"/>
              <a:t> </a:t>
            </a:r>
            <a:r>
              <a:rPr lang="en-US" dirty="0" smtClean="0"/>
              <a:t>CloudByteHub.ai |         T </a:t>
            </a:r>
            <a:r>
              <a:rPr lang="en-US" dirty="0"/>
              <a:t>S Narayana Reddy </a:t>
            </a:r>
          </a:p>
        </p:txBody>
      </p:sp>
    </p:spTree>
    <p:extLst>
      <p:ext uri="{BB962C8B-B14F-4D97-AF65-F5344CB8AC3E}">
        <p14:creationId xmlns:p14="http://schemas.microsoft.com/office/powerpoint/2010/main" val="1911944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Monitoring &amp; Observability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Monitoring tracks system behavior: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• Latency tracking</a:t>
            </a:r>
          </a:p>
          <a:p>
            <a:pPr marL="0" indent="0">
              <a:buNone/>
            </a:pPr>
            <a:r>
              <a:rPr lang="en-US" dirty="0" smtClean="0"/>
              <a:t>• Request/response logging</a:t>
            </a:r>
          </a:p>
          <a:p>
            <a:pPr marL="0" indent="0">
              <a:buNone/>
            </a:pPr>
            <a:r>
              <a:rPr lang="en-US" dirty="0" smtClean="0"/>
              <a:t>• Error detection</a:t>
            </a:r>
          </a:p>
          <a:p>
            <a:pPr marL="0" indent="0">
              <a:buNone/>
            </a:pPr>
            <a:r>
              <a:rPr lang="en-US" dirty="0" smtClean="0"/>
              <a:t>• Performance metrics</a:t>
            </a:r>
          </a:p>
          <a:p>
            <a:endParaRPr lang="en-US" dirty="0" smtClean="0"/>
          </a:p>
          <a:p>
            <a:r>
              <a:rPr lang="en-US" dirty="0" smtClean="0"/>
              <a:t>Helps in debugging and production reliability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176818" y="5675073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© All rights reserved | CloudByteHub.ai |         T S Narayana Reddy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196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Pipeline </a:t>
            </a:r>
            <a:r>
              <a:rPr lang="en-US" dirty="0" smtClean="0"/>
              <a:t>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User → Guardrails → Agent → Response → Monitoring → Logs</a:t>
            </a:r>
          </a:p>
          <a:p>
            <a:endParaRPr lang="en-US" dirty="0"/>
          </a:p>
          <a:p>
            <a:r>
              <a:rPr lang="en-US" dirty="0"/>
              <a:t>Key Flow:</a:t>
            </a:r>
          </a:p>
          <a:p>
            <a:endParaRPr lang="en-US" dirty="0"/>
          </a:p>
          <a:p>
            <a:r>
              <a:rPr lang="en-US" dirty="0"/>
              <a:t>Validate input</a:t>
            </a:r>
          </a:p>
          <a:p>
            <a:r>
              <a:rPr lang="en-US" dirty="0"/>
              <a:t>Execute agent</a:t>
            </a:r>
          </a:p>
          <a:p>
            <a:r>
              <a:rPr lang="en-US" dirty="0"/>
              <a:t>Filter output</a:t>
            </a:r>
          </a:p>
          <a:p>
            <a:r>
              <a:rPr lang="en-US" dirty="0"/>
              <a:t>Log &amp; monitor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1931158" y="5985559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© All rights reserved | CloudByteHub.ai |         T S Narayana Reddy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512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Production AI requires: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• Safety (guardrails)</a:t>
            </a:r>
          </a:p>
          <a:p>
            <a:pPr marL="0" indent="0">
              <a:buNone/>
            </a:pPr>
            <a:r>
              <a:rPr lang="en-US" dirty="0"/>
              <a:t>• Reliability (monitoring)</a:t>
            </a:r>
          </a:p>
          <a:p>
            <a:pPr marL="0" indent="0">
              <a:buNone/>
            </a:pPr>
            <a:r>
              <a:rPr lang="en-US" dirty="0"/>
              <a:t>• Trust (controlled outputs)</a:t>
            </a:r>
          </a:p>
          <a:p>
            <a:endParaRPr lang="en-US" dirty="0"/>
          </a:p>
          <a:p>
            <a:r>
              <a:rPr lang="en-US" dirty="0"/>
              <a:t>Used in: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dirty="0" err="1"/>
              <a:t>Chatbots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• RAG systems</a:t>
            </a:r>
          </a:p>
          <a:p>
            <a:pPr marL="0" indent="0">
              <a:buNone/>
            </a:pPr>
            <a:r>
              <a:rPr lang="en-US" dirty="0"/>
              <a:t>• AI assistants</a:t>
            </a:r>
          </a:p>
          <a:p>
            <a:pPr marL="0" indent="0">
              <a:buNone/>
            </a:pPr>
            <a:r>
              <a:rPr lang="en-US" dirty="0"/>
              <a:t>• Enterprise applications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958454" y="5802997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© All rights reserved | CloudByteHub.ai |         T S Narayana Reddy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605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186</Words>
  <Application>Microsoft Office PowerPoint</Application>
  <PresentationFormat>On-screen Show (4:3)</PresentationFormat>
  <Paragraphs>44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Day 29 – Guardrails + Monitoring</vt:lpstr>
      <vt:lpstr>What are Guardrails?</vt:lpstr>
      <vt:lpstr>Monitoring &amp; Observability</vt:lpstr>
      <vt:lpstr>Pipeline Architecture</vt:lpstr>
      <vt:lpstr>Why It Matters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29 – Guardrails + Monitoring</dc:title>
  <dc:subject/>
  <dc:creator/>
  <cp:keywords/>
  <dc:description>generated using python-pptx</dc:description>
  <cp:lastModifiedBy>Narayana</cp:lastModifiedBy>
  <cp:revision>19</cp:revision>
  <dcterms:created xsi:type="dcterms:W3CDTF">2013-01-27T09:14:16Z</dcterms:created>
  <dcterms:modified xsi:type="dcterms:W3CDTF">2026-03-22T06:07:40Z</dcterms:modified>
  <cp:category/>
</cp:coreProperties>
</file>