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20 – Tool Using AI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agent using external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AI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agents can decide which tools to use to complete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Calculator tool and simple knowledge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