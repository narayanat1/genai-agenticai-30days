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22 – Mini RAG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Agent + Vector 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Query → Vector Search → Retrieve Context → Generate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