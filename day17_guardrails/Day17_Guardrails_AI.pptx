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17 – AI Guardrails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Controlling unsafe outputs in LLM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Guardrails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may generate unsafe outputs. Guardrails block data leaks and policy violations.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Regex filters, policy rules, prompt injection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