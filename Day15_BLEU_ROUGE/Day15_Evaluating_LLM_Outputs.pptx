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15 – Evaluating LLM Outputs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BLEU and ROUGE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Evaluation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LLM outputs can vary widely</a:t>
            </a:r>
          </a:p>
          <a:p>
            <a:r>
              <a:t>• Evaluation helps measure quality</a:t>
            </a:r>
          </a:p>
          <a:p>
            <a:r>
              <a:t>• Useful for comparing model responses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BLEU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Measures n‑gram similarity</a:t>
            </a:r>
          </a:p>
          <a:p>
            <a:r>
              <a:t>• Common in machine translation</a:t>
            </a:r>
          </a:p>
          <a:p>
            <a:r>
              <a:t>• Higher score = closer to reference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ROUGE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Measures recall overlap</a:t>
            </a:r>
          </a:p>
          <a:p>
            <a:r>
              <a:t>• Used in summarization tasks</a:t>
            </a:r>
          </a:p>
          <a:p>
            <a:r>
              <a:t>• ROUGE‑1, ROUGE‑2, ROUGE‑L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