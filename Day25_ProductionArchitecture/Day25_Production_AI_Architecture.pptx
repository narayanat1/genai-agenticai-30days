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25 – Production AI Architecture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real-world AI systems are structured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User/API Layer</a:t>
            </a:r>
          </a:p>
          <a:p>
            <a:r>
              <a:t>Orchestration Layer</a:t>
            </a:r>
          </a:p>
          <a:p>
            <a:r>
              <a:t>Retrieval Layer</a:t>
            </a:r>
          </a:p>
          <a:p>
            <a:r>
              <a:t>Model Inference Layer</a:t>
            </a:r>
          </a:p>
          <a:p>
            <a:r>
              <a:t>Guardrails &amp; Safety</a:t>
            </a:r>
          </a:p>
          <a:p>
            <a:r>
              <a:t>Observability &amp;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Architecture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 AI systems need reliability, safety, cost control, and scalability.</a:t>
            </a:r>
          </a:p>
          <a:p>
            <a:r>
              <a:t>A strong architecture helps reduce hallucinations and improve maintainability.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Query → API Gateway → Agent/Orchestrator → Retrieval → LLM → Guardrails → Response →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