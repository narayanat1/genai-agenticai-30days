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11 — Embeddings + Vector DB (FAISS basics)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Semantic search with vectors • CloudByteHub.ai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Embeddings: text → vectors (meaning)</a:t>
            </a:r>
          </a:p>
          <a:p>
            <a:r>
              <a:t>- Vector DB: nearest neighbors on vectors</a:t>
            </a:r>
          </a:p>
          <a:p>
            <a:r>
              <a:t>- Use case: RAG, semantic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Toy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Hash embeddings (offline)</a:t>
            </a:r>
          </a:p>
          <a:p>
            <a:r>
              <a:t>2) Build in-memory index (numpy)</a:t>
            </a:r>
          </a:p>
          <a:p>
            <a:r>
              <a:t>3) Cosine similarity search (top-k)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Dependency-free demo (no FAISS install)</a:t>
            </a:r>
          </a:p>
          <a:p>
            <a:r>
              <a:t>- Educational only; not production</a:t>
            </a:r>
          </a:p>
          <a:p>
            <a:r>
              <a:t>- MIT License • Independent personal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